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0033A0"/>
                </a:solidFill>
                <a:latin typeface="Playfair Display"/>
              </a:defRPr>
            </a:pPr>
            <a:r>
              <a:t>XIII SARL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FBFBF"/>
                </a:solidFill>
                <a:latin typeface="Montserrat"/>
              </a:defRPr>
            </a:pPr>
            <a:r>
              <a:t>Culture · Food · Immobilier</a:t>
            </a:r>
          </a:p>
          <a:p>
            <a:pPr>
              <a:defRPr sz="2000">
                <a:solidFill>
                  <a:srgbClr val="BFBFBF"/>
                </a:solidFill>
                <a:latin typeface="Montserrat"/>
              </a:defRPr>
            </a:pPr>
            <a:r>
              <a:t>Expériences curatoriales et culinaires.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One-liner &amp;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Créons des expériences exclusives (dîners, ventes d'art, conseil).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Fusionner art et gastronomie pour valeur culturelle et financière.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Marché haut de gamme atomisé.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Revenus événements volatils ; besoin d'assise patrimoniale.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Dîners éphémères curatorisés + vente d'art.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Conseil stratégique food &amp; branding.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Actif immobilier pour stabiliser cashflow.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Offre /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Dîners, vente d'art, consulting B2B, location immobilière.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Marché &amp; 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Clientèle premium LU/FR, entreprises, collectionneurs.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Tickets, commissions art, fees consulting, loyers.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Structure juridique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Holding LU / SARL Opérations / SARL Immobilier / Future LTD HK.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Founder + réseau prestataires (chefs, artistes).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Modèle lean via prestations.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Finances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Apport 250k€, prix bien 650-900k€, emprunt 400-650k€.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Salaires Y1 5k€/mois → Y3 10k€/mois.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Finaliser prêt + fonds de roulement 50-150k€.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Partenariats chefs/galeries, budget marketing.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  <a:latin typeface="Playfair Display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0-6m : achat + saison 1 dîners.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6-24m : scaler events &amp; consulting.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• 3-7y : HK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